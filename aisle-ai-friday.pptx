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AI Friday · 05.29.26 · hack day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83880" y="548640"/>
            <a:ext cx="100584" cy="100584"/>
          </a:xfrm>
          <a:prstGeom prst="ellipse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85048" y="548640"/>
            <a:ext cx="100584" cy="100584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86216" y="548640"/>
            <a:ext cx="100584" cy="1005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aisle.</a:t>
            </a:r>
            <a:endParaRPr lang="en-US" sz="150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097280" cy="73152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429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8EF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storefront, in conversation.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shopping companion for any Shopify store.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171E36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57200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0" y="4572000"/>
            <a:ext cx="1170432" cy="292608"/>
          </a:xfrm>
          <a:prstGeom prst="roundRect">
            <a:avLst>
              <a:gd name="adj" fmla="val 18750"/>
            </a:avLst>
          </a:prstGeom>
          <a:solidFill>
            <a:srgbClr val="171E36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457200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MCP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51760" y="4572000"/>
            <a:ext cx="1261872" cy="292608"/>
          </a:xfrm>
          <a:prstGeom prst="roundRect">
            <a:avLst>
              <a:gd name="adj" fmla="val 18750"/>
            </a:avLst>
          </a:prstGeom>
          <a:solidFill>
            <a:srgbClr val="171E3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457200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4617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 Kumar Dhan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B1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Shoppers don't want to scroll. They want to ask.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840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423160"/>
            <a:ext cx="3383280" cy="3657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231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diamond ring, white gold, size 6, …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3383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with keywords you don't have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Scroll, compare, lose your place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FAQs and policies buried 3 clicks deep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= open a support ticket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5488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Aisle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194560"/>
            <a:ext cx="3840480" cy="237744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237744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2377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gift for my wife under $100?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292608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171E36"/>
          </a:solidFill>
          <a:ln w="12700">
            <a:solidFill>
              <a:srgbClr val="232C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29260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ideas I love — a leather card-holder, a silk scarf, and a citrine pendant. Want to see them?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37760" y="402336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0B102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40233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97880" y="402336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0B102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40233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0" y="402336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0B102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40233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me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 already has a great salesperson — Claude. </a:t>
            </a:r>
            <a:pPr indent="0" marL="0">
              <a:buNone/>
            </a:pPr>
            <a:r>
              <a:rPr lang="en-US" sz="1300" b="1" i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Aisle just puts them in the storefront.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what it does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Talk to the store like you'd talk to a salesperson.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19072"/>
            <a:ext cx="384048" cy="384048"/>
          </a:xfrm>
          <a:prstGeom prst="ellipse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7008" y="17373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Conversational discovery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2677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"Best gift for my wife under $100?" → curated picks.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6432" y="1719072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↻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31920" y="17373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Tweak &amp; refine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74720" y="22677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"Same but in blue, size large" — no re-searching.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16752" y="155448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1719072"/>
            <a:ext cx="384048" cy="384048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1344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56832" y="17373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 in chat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199632" y="22677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and check out without leaving the conversation.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3136392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300984"/>
            <a:ext cx="384048" cy="384048"/>
          </a:xfrm>
          <a:prstGeom prst="ellipse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07008" y="331927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Policies &amp; FAQs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9808" y="3849624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the return policy on jewelry?" — instant answer.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136392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56432" y="3300984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56432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931920" y="331927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Recent orders &amp; tracking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474720" y="3849624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"Where's my last order?" pulls live status.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16752" y="3136392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81344" y="3300984"/>
            <a:ext cx="384048" cy="384048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81344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←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656832" y="331927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Returns &amp; refunds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199632" y="3849624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a return in the same chat. No support ticket.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it powered by </a:t>
            </a:r>
            <a:pPr algn="ctr" indent="0" marL="0">
              <a:buNone/>
            </a:pPr>
            <a:r>
              <a:rPr lang="en-US" sz="1200" b="1" i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Shopify Storefront/Customer MCP</a:t>
            </a:r>
            <a:pPr algn="ctr" indent="0" marL="0">
              <a:buNone/>
            </a:pPr>
            <a:r>
              <a:rPr lang="en-US" sz="12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One chat widget. No re-architecture.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Aisle is just getting started.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97480" cy="1828800"/>
          </a:xfrm>
          <a:prstGeom prst="rect">
            <a:avLst/>
          </a:prstGeom>
          <a:solidFill>
            <a:srgbClr val="171E36"/>
          </a:solidFill>
          <a:ln w="12700">
            <a:solidFill>
              <a:srgbClr val="23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64008" cy="182880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7373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" y="19933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Specialist Packs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" y="2487168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Jewelry, fashion, footwear, electronics, flowers, beauty, home — Aisle speaks the vertical.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64992" y="1554480"/>
            <a:ext cx="2697480" cy="1828800"/>
          </a:xfrm>
          <a:prstGeom prst="rect">
            <a:avLst/>
          </a:prstGeom>
          <a:solidFill>
            <a:srgbClr val="171E36"/>
          </a:solidFill>
          <a:ln w="12700">
            <a:solidFill>
              <a:srgbClr val="232C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64992" y="1554480"/>
            <a:ext cx="64008" cy="1828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7373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19933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Proactive engage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66160" y="2487168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hesitation on a PDP. Open a chat the moment it would actually help.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81344" y="1554480"/>
            <a:ext cx="2697480" cy="1828800"/>
          </a:xfrm>
          <a:prstGeom prst="rect">
            <a:avLst/>
          </a:prstGeom>
          <a:solidFill>
            <a:srgbClr val="171E36"/>
          </a:solidFill>
          <a:ln w="12700">
            <a:solidFill>
              <a:srgbClr val="232C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1554480"/>
            <a:ext cx="64008" cy="1828800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7373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7A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82512" y="19933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Merchant dashboard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82512" y="2487168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orders to conversations. Prove ROI inside Shopify Admin.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8046720" cy="914400"/>
          </a:xfrm>
          <a:prstGeom prst="rect">
            <a:avLst/>
          </a:prstGeom>
          <a:solidFill>
            <a:srgbClr val="171E36"/>
          </a:solidFill>
          <a:ln w="25400">
            <a:solidFill>
              <a:srgbClr val="00D4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70332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D4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▶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463040" y="38221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time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63040" y="422452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Aisle find a gift, build a cart, and check out — all in chat.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github.com/shop-chat-agent   ·   built at AI Friday   ·   29 May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Aisle — AI Friday</dc:title>
  <dc:subject>PptxGenJS Presentation</dc:subject>
  <dc:creator>Akash Kumar Dhan</dc:creator>
  <cp:lastModifiedBy>Akash Kumar Dhan</cp:lastModifiedBy>
  <cp:revision>1</cp:revision>
  <dcterms:created xsi:type="dcterms:W3CDTF">2026-05-29T08:18:21Z</dcterms:created>
  <dcterms:modified xsi:type="dcterms:W3CDTF">2026-05-29T08:18:21Z</dcterms:modified>
</cp:coreProperties>
</file>