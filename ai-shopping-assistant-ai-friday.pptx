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Friday  ·  May 29, 2026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0" y="548640"/>
            <a:ext cx="82296" cy="8229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548640"/>
            <a:ext cx="82296" cy="82296"/>
          </a:xfrm>
          <a:prstGeom prst="ellipse">
            <a:avLst/>
          </a:prstGeom>
          <a:solidFill>
            <a:srgbClr val="CFEFE8"/>
          </a:solidFill>
          <a:ln w="12700">
            <a:solidFill>
              <a:srgbClr val="CFEF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548640"/>
            <a:ext cx="82296" cy="82296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bot to specialist.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Rebuilding shop-chat-agent as a multi-vertical sales assistant for Shopify merchants.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4526280"/>
            <a:ext cx="54864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Akash Kumar Dhan  ·  Product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0624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shop-chat-agent  ·  Shopify + Claude + MCP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Support-style chat leaves conversion on the table.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840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73152" cy="29260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28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assistant. Answers when asked, doesn't detect hesitation, doesn't carry vertical knowledge, doesn't measure impact.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proactive engagement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discovery flows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vertical specialization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order-to-conversation attribution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691640"/>
            <a:ext cx="3840480" cy="2926080"/>
          </a:xfrm>
          <a:prstGeom prst="rect">
            <a:avLst/>
          </a:prstGeom>
          <a:solidFill>
            <a:srgbClr val="0F2A3F"/>
          </a:solidFill>
          <a:ln w="12700">
            <a:solidFill>
              <a:srgbClr val="0F2A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828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point  ·  iAdvize at ShopLC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2148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+4.33%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892040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lift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12280" y="2148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+14%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812280" y="2743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3246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89204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after-hours coverage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12280" y="32461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95.7%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812280" y="3840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merchants want this lift — and iAdvize is vertically generic. </a:t>
            </a:r>
            <a:pPr indent="0" marL="0">
              <a:buNone/>
            </a:pPr>
            <a:r>
              <a:rPr lang="en-US" sz="130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edge: specialist packs out of the box.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What we're building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specialist for every vertical, on one Shopify app.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874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6642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9385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Vertical Packs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2331720"/>
            <a:ext cx="1627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prompt, discovery flow, and knowledge per category.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06040" y="1554480"/>
            <a:ext cx="1874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70632" y="16642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70632" y="19385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Proactive engage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70632" y="2331720"/>
            <a:ext cx="1627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hesitation and intervene at the right moment.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1874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16642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28032" y="19385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+ MCP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28032" y="2331720"/>
            <a:ext cx="1627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Storefront + Customer MCP for catalog, cart, orders, returns.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20840" y="1554480"/>
            <a:ext cx="1874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85432" y="16642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85432" y="19385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Merchant ROI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85432" y="2331720"/>
            <a:ext cx="1627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that attributes orders to conversations.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291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specialist packs in v1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9496" y="3657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CFEFE8"/>
          </a:solidFill>
          <a:ln w="12700">
            <a:solidFill>
              <a:srgbClr val="CFEF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" y="3657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Jewelry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700784" y="3657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CFEFE8"/>
          </a:solidFill>
          <a:ln w="12700">
            <a:solidFill>
              <a:srgbClr val="CFEF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00784" y="3657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862072" y="3657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CFEFE8"/>
          </a:solidFill>
          <a:ln w="12700">
            <a:solidFill>
              <a:srgbClr val="CFEF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62072" y="3657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023360" y="3657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CFEFE8"/>
          </a:solidFill>
          <a:ln w="12700">
            <a:solidFill>
              <a:srgbClr val="CFEF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0" y="3657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184648" y="3657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CFEFE8"/>
          </a:solidFill>
          <a:ln w="12700">
            <a:solidFill>
              <a:srgbClr val="CFEF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84648" y="3657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45936" y="3657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CFEFE8"/>
          </a:solidFill>
          <a:ln w="12700">
            <a:solidFill>
              <a:srgbClr val="CFEF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45936" y="3657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507224" y="3657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CFEFE8"/>
          </a:solidFill>
          <a:ln w="12700">
            <a:solidFill>
              <a:srgbClr val="CFEF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07224" y="3657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4434840"/>
            <a:ext cx="73152" cy="5029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44348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Authoring Spec lets new verticals plug in without touching core code.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Targets &amp; next 30 days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 ShopLC's pilot — across every pack.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874520" cy="1325880"/>
          </a:xfrm>
          <a:prstGeom prst="rect">
            <a:avLst/>
          </a:prstGeom>
          <a:solidFill>
            <a:srgbClr val="1B3F5C"/>
          </a:solidFill>
          <a:ln w="12700">
            <a:solidFill>
              <a:srgbClr val="2649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5623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25603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post-conversation conversion (absolute)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06040" y="1691640"/>
            <a:ext cx="1874520" cy="1325880"/>
          </a:xfrm>
          <a:prstGeom prst="rect">
            <a:avLst/>
          </a:prstGeom>
          <a:solidFill>
            <a:srgbClr val="1B3F5C"/>
          </a:solidFill>
          <a:ln w="12700">
            <a:solidFill>
              <a:srgbClr val="2649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85623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743200" y="25603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among engaged shoppers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691640"/>
            <a:ext cx="1874520" cy="1325880"/>
          </a:xfrm>
          <a:prstGeom prst="rect">
            <a:avLst/>
          </a:prstGeom>
          <a:solidFill>
            <a:srgbClr val="1B3F5C"/>
          </a:solidFill>
          <a:ln w="12700">
            <a:solidFill>
              <a:srgbClr val="2649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85623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≥95%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800600" y="25603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20840" y="1691640"/>
            <a:ext cx="1874520" cy="1325880"/>
          </a:xfrm>
          <a:prstGeom prst="rect">
            <a:avLst/>
          </a:prstGeom>
          <a:solidFill>
            <a:srgbClr val="1B3F5C"/>
          </a:solidFill>
          <a:ln w="12700">
            <a:solidFill>
              <a:srgbClr val="2649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185623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&lt;30m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858000" y="25603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setup time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200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priorities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2697480" cy="1143000"/>
          </a:xfrm>
          <a:prstGeom prst="rect">
            <a:avLst/>
          </a:prstGeom>
          <a:solidFill>
            <a:srgbClr val="1B3F5C"/>
          </a:solidFill>
          <a:ln w="12700">
            <a:solidFill>
              <a:srgbClr val="2649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520440"/>
            <a:ext cx="54864" cy="11430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6301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JUN 15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1520" y="38679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UCP catalog migration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31520" y="4206240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search_shop_catalog → search_catalog and ship the agent profile. Non-optional — old tool stops responding.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64992" y="3520440"/>
            <a:ext cx="2697480" cy="1143000"/>
          </a:xfrm>
          <a:prstGeom prst="rect">
            <a:avLst/>
          </a:prstGeom>
          <a:solidFill>
            <a:srgbClr val="1B3F5C"/>
          </a:solidFill>
          <a:ln w="12700">
            <a:solidFill>
              <a:srgbClr val="2649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64992" y="3520440"/>
            <a:ext cx="54864" cy="1143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47872" y="36301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547872" y="38679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Jewelry pack pilot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3547872" y="4206240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pack v1 + analytics dashboard. Design-partner merchant signed.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81344" y="3520440"/>
            <a:ext cx="2697480" cy="1143000"/>
          </a:xfrm>
          <a:prstGeom prst="rect">
            <a:avLst/>
          </a:prstGeom>
          <a:solidFill>
            <a:srgbClr val="1B3F5C"/>
          </a:solidFill>
          <a:ln w="12700">
            <a:solidFill>
              <a:srgbClr val="2649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81344" y="3520440"/>
            <a:ext cx="54864" cy="1143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64224" y="36301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64224" y="38679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Packs 2–7 on the rails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364224" y="4206240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Fashion, footwear, electronics, flowers, beauty, home — same spec.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47731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</a:t>
            </a:r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Friday review of the pack v1 spec and design-partner shortlist next week.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Shopping Assistant — AI Friday</dc:title>
  <dc:subject>PptxGenJS Presentation</dc:subject>
  <dc:creator>Akash Kumar Dhan</dc:creator>
  <cp:lastModifiedBy>Akash Kumar Dhan</cp:lastModifiedBy>
  <cp:revision>1</cp:revision>
  <dcterms:created xsi:type="dcterms:W3CDTF">2026-05-29T06:11:04Z</dcterms:created>
  <dcterms:modified xsi:type="dcterms:W3CDTF">2026-05-29T06:11:04Z</dcterms:modified>
</cp:coreProperties>
</file>